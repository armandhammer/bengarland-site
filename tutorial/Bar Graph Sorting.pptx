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1132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BC6B5-3B9E-21AD-1F7B-BDCB8F29A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87EA0-6602-3FDB-DF76-1721ABC88C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CBF57-AAEF-6350-08CC-6E7771EDB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21993-7D5A-0060-9F03-1FDB41AB8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45AD1-0FD8-B9DE-BA22-5CAD60716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080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687B-8C6D-6B57-D1A8-E0FF6902E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322B4-CE1B-9635-A34D-495023DE1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16910-6BB0-452C-7CAA-95979E3E9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F92BC-671B-9E01-F439-1BD71A84F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3EDEE3-5C87-AC1D-CFEF-B95B85BCC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883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CA42C-7504-A8B1-9730-DC2F31AB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C4F82-CB1B-FCBC-B0CD-614A60FBE6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F985B0-ECB7-E561-6B98-D6C2E65C9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8B807-1360-C4CF-4139-8202A4372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954B69-948C-3566-47E6-B3D5E952C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884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3F1C9-82C5-4DCB-A5CC-8662F5105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65A75-2D1C-5D9B-5321-87D7E0BD1F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1BA601-2AC6-C2CC-111C-1B35B4A12D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08C98-EBE1-4756-0A0D-CFFEEF5BA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6C9E2-81FB-045A-CF47-D985279B6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654D7A-5A87-53BE-9A51-FF5B949B2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732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00FEC-0485-B585-A312-B05CC81F2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CBE378-4E7A-20BF-DB6B-76BB17BA5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6500F-0305-1DC9-2BC8-D1004DBD67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3CF8A1-6AA5-A6DE-0FC5-C42350EA9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3F5B6D-DEED-9854-2534-21373D796C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15340-4E4E-8D2C-3A7D-B988B583D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A6B28B-4EBB-F580-705B-C2D5B8284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4A511F-26FC-5ADD-7B4E-6010D1AA9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02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FBE31-E911-3D6C-ADF3-FE74FE77F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EAD374-CA7D-F61A-7B8E-44E5BEFEA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F5472-3B1C-07B7-0BD5-6B3EC684D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C8BC0A-57F3-5F58-D760-CC424BB37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688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702902-210B-BF51-121C-EBC393BB8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AD4E4A-F279-5F63-67F4-535B0CC32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6F51C-8B22-2F76-2975-040A8B945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99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8472C-574D-E20D-5CDE-E2E30B8D9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E2138-5C91-BDBA-5614-F12B212E2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938C20-7D25-732B-85E4-6559540958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02A0A7-3FF4-157D-5343-44D71E37A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10E8A-3780-17C4-DF43-C4655FAC8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A0C281-878B-7941-B228-3A17E87BB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85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97ABD-FF17-378C-02BA-46F583F7E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EB9569-E9C9-86BE-5EE7-90A04A691E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2D5998-F070-7C32-3C32-854273E438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80635E-E361-9603-7BBE-79FC0AA40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24E1A4-81EB-4BDC-B40B-749011568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FADCEE-D7EA-7760-E5CB-92364F3DE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632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670AB-835D-F939-04C3-F3DAE934E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1771BD-B014-1D56-E020-B4190231B8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05328E-4006-73AD-76A2-CA6DC5B81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D5103-B73A-E017-6E02-F7CD3B74E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8A01F1-33D4-5527-4713-8EDF8972C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837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B18C49-2850-A43C-652E-FA7970B8FD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3FDC7C-ABA8-BDFE-6952-44A48AEAE8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9A078-4ADB-8053-3E5D-FDA4FDFF9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65542-689C-A1CF-56E9-E2731F5B9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49470-E956-FC6E-9303-EB27240B2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556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2AF7DF-83F0-19C9-F98A-811AD4103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CCBD27-26C4-FBCC-E106-6FB7B954A0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F69C0-B05E-574B-4819-BFE025CD6B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B936FC-EAE0-443B-BC9B-0EEDFB4CDAAB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661D4-64E4-68D0-BDDB-E0DAC7D5D3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66F81-844E-7FC1-8478-EEA9EFE1C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BB9FBE-D025-47A6-B369-49A713D63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9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22DFA-F616-6512-DBBE-2603507041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Bar Graph Sorting with Animation </a:t>
            </a:r>
            <a:r>
              <a:rPr lang="en-US" dirty="0" err="1"/>
              <a:t>Microtutorial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A61AA7-5F2B-3D9E-9512-670D3A8999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Ben Garland</a:t>
            </a:r>
          </a:p>
          <a:p>
            <a:r>
              <a:rPr lang="en-US" dirty="0"/>
              <a:t>March 23, 2026</a:t>
            </a:r>
          </a:p>
          <a:p>
            <a:r>
              <a:rPr lang="en-US" dirty="0"/>
              <a:t>Web Mapping</a:t>
            </a:r>
          </a:p>
        </p:txBody>
      </p:sp>
    </p:spTree>
    <p:extLst>
      <p:ext uri="{BB962C8B-B14F-4D97-AF65-F5344CB8AC3E}">
        <p14:creationId xmlns:p14="http://schemas.microsoft.com/office/powerpoint/2010/main" val="416907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8AE7-343D-032F-DF5A-2A985EDD2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Create SVG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7BA37F-35B7-905A-8565-F32FDF4EBE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816945"/>
            <a:ext cx="5073911" cy="12002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869E3F-7409-4855-8257-A5742E086FBC}"/>
              </a:ext>
            </a:extLst>
          </p:cNvPr>
          <p:cNvSpPr txBox="1"/>
          <p:nvPr/>
        </p:nvSpPr>
        <p:spPr>
          <a:xfrm>
            <a:off x="6097011" y="1799644"/>
            <a:ext cx="5619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Creates an SVG element inside the page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is where all graphics will be drawn</a:t>
            </a:r>
          </a:p>
        </p:txBody>
      </p:sp>
    </p:spTree>
    <p:extLst>
      <p:ext uri="{BB962C8B-B14F-4D97-AF65-F5344CB8AC3E}">
        <p14:creationId xmlns:p14="http://schemas.microsoft.com/office/powerpoint/2010/main" val="333593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AA8CA-7C88-B23F-3A8E-056F7578C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E8DD1-1C22-F1A2-10AB-18F427EEB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2: Load CSV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B5FF1D-213E-30D6-A093-3F111B047425}"/>
              </a:ext>
            </a:extLst>
          </p:cNvPr>
          <p:cNvSpPr txBox="1"/>
          <p:nvPr/>
        </p:nvSpPr>
        <p:spPr>
          <a:xfrm>
            <a:off x="6096000" y="1800065"/>
            <a:ext cx="50174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Loads external CSV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Converts values to numbers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Logs data for verification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9280355-F7F4-524D-3514-470E61C2F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08540"/>
            <a:ext cx="4007056" cy="236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509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163D1-03E3-45A0-1971-B0BB7A2CB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1085A-82C3-36EE-206C-38E7DFBAF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3: Scales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BABD81-5FB4-CAB6-44B5-799114B45FDE}"/>
              </a:ext>
            </a:extLst>
          </p:cNvPr>
          <p:cNvSpPr txBox="1"/>
          <p:nvPr/>
        </p:nvSpPr>
        <p:spPr>
          <a:xfrm>
            <a:off x="6096000" y="1800065"/>
            <a:ext cx="5017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X scale → categories → horizontal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 scale → values → vertical position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873E10-0108-7A40-A252-64573E897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09878"/>
            <a:ext cx="3924502" cy="4140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069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721FC-FFA9-93A7-8FFD-251B1DAF4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D148E-2C21-5C2F-07C3-EA2F2126D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4</a:t>
            </a:r>
            <a:r>
              <a:rPr lang="en-US"/>
              <a:t>: Margins + Axes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845781-549E-273F-0037-0524BE2833D9}"/>
              </a:ext>
            </a:extLst>
          </p:cNvPr>
          <p:cNvSpPr txBox="1"/>
          <p:nvPr/>
        </p:nvSpPr>
        <p:spPr>
          <a:xfrm>
            <a:off x="6096000" y="1800065"/>
            <a:ext cx="5017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X scale → categories → horizontal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 scale → values → vertical position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6E2C12-7AC7-9A4B-C914-E8E05B3AA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09878"/>
            <a:ext cx="3924502" cy="4140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54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90</Words>
  <Application>Microsoft Office PowerPoint</Application>
  <PresentationFormat>Widescreen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Bar Graph Sorting with Animation Microtutorial</vt:lpstr>
      <vt:lpstr>Step 1: Create SVG</vt:lpstr>
      <vt:lpstr>Step 2: Load CSV Data</vt:lpstr>
      <vt:lpstr>Step 3: Scales</vt:lpstr>
      <vt:lpstr>Step 4: Margins + Axes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Garland</dc:creator>
  <cp:lastModifiedBy>Ben Garland</cp:lastModifiedBy>
  <cp:revision>3</cp:revision>
  <dcterms:created xsi:type="dcterms:W3CDTF">2026-03-22T23:37:53Z</dcterms:created>
  <dcterms:modified xsi:type="dcterms:W3CDTF">2026-03-22T23:50:40Z</dcterms:modified>
</cp:coreProperties>
</file>